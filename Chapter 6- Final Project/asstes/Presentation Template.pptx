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Onboarding Final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pipeline architecture design</a:t>
            </a:r>
          </a:p>
          <a:p>
            <a:r>
              <a:t>Mentor-approved project idea only</a:t>
            </a:r>
          </a:p>
          <a:p>
            <a:r>
              <a:t>Design-focused, no implementation required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a complete data pipeline architecture using the department stack.</a:t>
            </a:r>
          </a:p>
          <a:p>
            <a:r>
              <a:t>Required stack: Kafka / NiFi, Airflow, Spark, Trino, S3/HDFS, Git/VCS, Helm, Argo, and one additional untrained technology.</a:t>
            </a:r>
          </a:p>
          <a:p>
            <a:r>
              <a:t>The business scenario is only there to justify the architecture.</a:t>
            </a:r>
          </a:p>
          <a:p>
            <a:r>
              <a:t>This is a design presentation, not a coding exercise.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Required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80467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Kafka / NiFi - ingestion, buffering, streaming, reliability</a:t>
            </a:r>
          </a:p>
          <a:p>
            <a:r>
              <a:t>Airflow - orchestration, retries, and scheduling</a:t>
            </a:r>
          </a:p>
          <a:p>
            <a:r>
              <a:t>Spark - distributed processing and transformations</a:t>
            </a:r>
          </a:p>
          <a:p>
            <a:r>
              <a:t>Trino - analytics, joins, aggregations, partition pruning</a:t>
            </a:r>
          </a:p>
          <a:p>
            <a:r>
              <a:t>S3 / HDFS - storage and partitioning</a:t>
            </a:r>
          </a:p>
          <a:p>
            <a:r>
              <a:t>Git / VCS - version control and reproducibility</a:t>
            </a:r>
          </a:p>
          <a:p>
            <a:r>
              <a:t>Helm - packaging and deployment consistency</a:t>
            </a:r>
          </a:p>
          <a:p>
            <a:r>
              <a:t>Argo - GitOps delivery and environment promotion</a:t>
            </a:r>
          </a:p>
          <a:p>
            <a:r>
              <a:t>One extra technology not covered in the training - justified by the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Selection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Choose exactly one project from the mentor-provided list.</a:t>
            </a:r>
          </a:p>
          <a:p>
            <a:r>
              <a:t>Do not invent your own topic.</a:t>
            </a:r>
          </a:p>
          <a:p>
            <a:r>
              <a:t>Do not choose a project outside the approved list.</a:t>
            </a:r>
          </a:p>
          <a:p>
            <a:r>
              <a:t>Validate the scope and architecture with the mentor before starting.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Required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movement layer: Kafka / NiFi</a:t>
            </a:r>
          </a:p>
          <a:p>
            <a:r>
              <a:t>Airflow orchestration design</a:t>
            </a:r>
          </a:p>
          <a:p>
            <a:r>
              <a:t>Spark processing design</a:t>
            </a:r>
          </a:p>
          <a:p>
            <a:r>
              <a:t>Storage and partitioning choices</a:t>
            </a:r>
          </a:p>
          <a:p>
            <a:r>
              <a:t>Trino query layer and optimization reasoning</a:t>
            </a:r>
          </a:p>
          <a:p>
            <a:r>
              <a:t>Git / Helm / Argo deployment strategy</a:t>
            </a:r>
          </a:p>
          <a:p>
            <a:r>
              <a:t>Additional untrained technology justification</a:t>
            </a:r>
          </a:p>
          <a:p>
            <a:r>
              <a:t>Operational considerations and trade-offs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Explain why each technology is included.</a:t>
            </a:r>
          </a:p>
          <a:p>
            <a:r>
              <a:t>Show the end-to-end data flow clearly.</a:t>
            </a:r>
          </a:p>
          <a:p>
            <a:r>
              <a:t>Discuss architecture decisions and trade-offs.</a:t>
            </a:r>
          </a:p>
          <a:p>
            <a:r>
              <a:t>Highlight scalability, reliability, and operational complexity.</a:t>
            </a:r>
          </a:p>
          <a:p>
            <a:r>
              <a:t>Keep the scenario short and use it only to support the design.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Reminder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 design exercise, not a coding assignment.</a:t>
            </a:r>
          </a:p>
          <a:p>
            <a:r>
              <a:t>The goal is architecture reasoning, not implementation.</a:t>
            </a:r>
          </a:p>
          <a:p>
            <a:r>
              <a:t>Use the mentor list and ask for feedback early.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