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197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Name: </a:t>
            </a:r>
          </a:p>
          <a:p>
            <a:r>
              <a:t>Team Members: </a:t>
            </a:r>
          </a:p>
          <a:p>
            <a:r>
              <a:t>Date: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 of the pipeline:</a:t>
            </a:r>
          </a:p>
          <a:p>
            <a:r>
              <a:t>Minimal scenario/story to justify tech stack</a:t>
            </a:r>
          </a:p>
          <a:p>
            <a:r>
              <a:t>Key data characteristics (volume, frequency, latency)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End-to-End Pipeline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Show data flow: ingestion → storage → processing → orchestration → query</a:t>
            </a:r>
          </a:p>
          <a:p>
            <a:r>
              <a:t>Highlight technologies used at each stage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S3/HDFS layout &amp; partitioning</a:t>
            </a:r>
          </a:p>
          <a:p>
            <a:r>
              <a:t>File formats</a:t>
            </a:r>
          </a:p>
          <a:p>
            <a:r>
              <a:t>Lifecycle / retention policies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Processing Layer (Spark)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Job structure / stages</a:t>
            </a:r>
          </a:p>
          <a:p>
            <a:r>
              <a:t>Transformations &amp; aggregations</a:t>
            </a:r>
          </a:p>
          <a:p>
            <a:r>
              <a:t>Retry &amp; failure handling</a:t>
            </a:r>
          </a:p>
          <a:p>
            <a:r>
              <a:t>Scalability considerations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Orchestration (Airflow)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DAG structure / task dependencies</a:t>
            </a:r>
          </a:p>
          <a:p>
            <a:r>
              <a:t>Scheduling &amp; backfills</a:t>
            </a:r>
          </a:p>
          <a:p>
            <a:r>
              <a:t>Monitoring &amp; alerting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 Layer (Trino + SQL)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Table modeling &amp; partitioning</a:t>
            </a:r>
          </a:p>
          <a:p>
            <a:r>
              <a:t>Query examples</a:t>
            </a:r>
          </a:p>
          <a:p>
            <a:r>
              <a:t>Optimizations &amp; performance trade-offs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Monitoring &amp; logging</a:t>
            </a:r>
          </a:p>
          <a:p>
            <a:r>
              <a:t>Failure recovery strategy</a:t>
            </a:r>
          </a:p>
          <a:p>
            <a:r>
              <a:t>Scaling &amp; capacity planning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Trade-offs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Pros &amp; cons of chosen architecture</a:t>
            </a:r>
          </a:p>
          <a:p>
            <a:r>
              <a:t>Alternative designs considered</a:t>
            </a:r>
          </a:p>
          <a:p>
            <a:r>
              <a:t>Key decisions rationale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Scaling strategies</a:t>
            </a:r>
          </a:p>
          <a:p>
            <a:r>
              <a:t>Performance tuning</a:t>
            </a:r>
          </a:p>
          <a:p>
            <a:r>
              <a:t>Operational automation</a:t>
            </a:r>
          </a:p>
          <a:p>
            <a:r>
              <a:t>Observability enhancements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</Words>
  <Application>Microsoft Office PowerPoint</Application>
  <PresentationFormat>On-screen Show (4:3)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Title</vt:lpstr>
      <vt:lpstr>Project Overview</vt:lpstr>
      <vt:lpstr>End-to-End Pipeline Diagram</vt:lpstr>
      <vt:lpstr>Storage Design</vt:lpstr>
      <vt:lpstr>Processing Layer (Spark)</vt:lpstr>
      <vt:lpstr>Orchestration (Airflow)</vt:lpstr>
      <vt:lpstr>Query Layer (Trino + SQL)</vt:lpstr>
      <vt:lpstr>Operational Considerations</vt:lpstr>
      <vt:lpstr>Trade-offs &amp; Limitations</vt:lpstr>
      <vt:lpstr>Future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Albukrek Rotem</cp:lastModifiedBy>
  <cp:revision>2</cp:revision>
  <dcterms:created xsi:type="dcterms:W3CDTF">2013-01-27T09:14:16Z</dcterms:created>
  <dcterms:modified xsi:type="dcterms:W3CDTF">2026-03-05T03:04:15Z</dcterms:modified>
  <cp:category/>
</cp:coreProperties>
</file>